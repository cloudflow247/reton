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C98A"/>
                </a:solidFill>
              </a:rPr>
              <a:t>RETON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you can take back.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Africa’s trust-first digital banking platform — built so a mistake or a scam doesn’t have to be final.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8463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PTE LTD  ·  retonpay.com  ·  Licensed rails via ALAT by Wema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money is easy.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it back is not.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wrong digit and the money is gone.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move faster than bank disputes.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wallets optimise for “send and forget.”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don’t need another clone — they need a second chance.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money leaves…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it back is a war.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2024, about ₦95 million was pulled from a company’s account without permission. Banks rushed “block and recall.” Freezes often last only 72 hours. A court later ordered the money returned — and reversing it still became a legal fight.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0F211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F3EE"/>
                </a:solidFill>
              </a:rPr>
              <a:t>How it works today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443484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Money flies out → hope a freeze works → race the clock → maybe a court → maybe nothing comes back.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3749040"/>
            <a:ext cx="5212080" cy="2103120"/>
          </a:xfrm>
          <a:prstGeom prst="roundRect">
            <a:avLst>
              <a:gd name="adj" fmla="val 8696"/>
            </a:avLst>
          </a:prstGeom>
          <a:solidFill>
            <a:srgbClr val="0F21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F3EE"/>
                </a:solidFill>
              </a:rPr>
              <a:t>What a baby can understand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443484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If you give away a toy and it leaves the room, chasing it is hard. Reton keeps a string on the toy until you say “okay.”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RETON’S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wait for a chase.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undo first.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Protection — hold the payment before it becomes final.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Wrong-transfer recovery — freeze eligible funds and open a case.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signals — watch risky moves while money is still in motion.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timeline — so everyone can see what happened, step by step.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Courts and bank recalls still matter. Reton adds something they can’t: protection inside the payment itself.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isn’t a badge on the login screen.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what happens after the money moves.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is built for the moment something goes wrong — not just the moment you hit send.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wallet with an undo button for money.</a:t>
            </a:r>
            <a:endParaRPr lang="en-US" sz="2600" dirty="0"/>
          </a:p>
        </p:txBody>
      </p:sp>
      <p:pic>
        <p:nvPicPr>
          <p:cNvPr id="4" name="Image 0" descr="C:\Users\roten\Documents\reton\presentations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 Protection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a payment until you’re ready. Release it when it feels right — or pull it back if something’s off.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974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F3EE"/>
                </a:solidFill>
              </a:rPr>
              <a:t>Send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2697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08960" y="2651760"/>
            <a:ext cx="29260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26974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54B"/>
                </a:solidFill>
              </a:rPr>
              <a:t>Protected / Pending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0" y="2697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92240" y="2651760"/>
            <a:ext cx="2011680" cy="502920"/>
          </a:xfrm>
          <a:prstGeom prst="roundRect">
            <a:avLst>
              <a:gd name="adj" fmla="val 45455"/>
            </a:avLst>
          </a:prstGeom>
          <a:solidFill>
            <a:srgbClr val="0F211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6974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C98A"/>
                </a:solidFill>
              </a:rPr>
              <a:t>Release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0" y="2697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3EE"/>
                </a:solidFill>
              </a:rPr>
              <a:t>or Callback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7472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sees “Payment Protected.”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is logged on a visible timeline.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Sender, receiver, and admin can act with clarity.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flows. Safer money.</a:t>
            </a:r>
            <a:endParaRPr lang="en-US" sz="2600" dirty="0"/>
          </a:p>
        </p:txBody>
      </p:sp>
      <p:pic>
        <p:nvPicPr>
          <p:cNvPr id="4" name="Image 0" descr="C:\Users\roten\Documents\reton\presentations\screenshots\02-how-it-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108813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trust stack — not slideware.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Wrong-transfer recovery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Report a mistake. Hold eligible funds. Track the case.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Fraud signals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Rule-based scoring with admin visibility.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1965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Double-entry wallet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24688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Every naira ledgered — no silent tweaks.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KYC tiers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CBN-aligned limits. BVN unlock for funding.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Protected marketplace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Escrow-style protection until delivery confirmed.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3749040"/>
            <a:ext cx="3520440" cy="1828800"/>
          </a:xfrm>
          <a:prstGeom prst="roundRect">
            <a:avLst>
              <a:gd name="adj" fmla="val 10000"/>
            </a:avLst>
          </a:prstGeom>
          <a:solidFill>
            <a:srgbClr val="0F211C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406908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Money-aware support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66760" y="45720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A89D"/>
                </a:solidFill>
              </a:rPr>
              <a:t>Find a tx, explain protection, escalate.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&amp; LISTINGS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something.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paid — safely.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an item. Share the link on WhatsApp. The buyer’s money stays protected until you deliver and they confirm.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listing &amp; share your link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pays with Callback Protection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deliver · they confirm · money releases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undo button for money — now for real sales. No public mall browse.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posture. Business on the way.</a:t>
            </a:r>
            <a:endParaRPr lang="en-US" sz="2400" dirty="0"/>
          </a:p>
        </p:txBody>
      </p:sp>
      <p:pic>
        <p:nvPicPr>
          <p:cNvPr id="4" name="Image 0" descr="C:\Users\roten\Documents\reton\presentations\screenshots\03-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5486400" cy="4846320"/>
          </a:xfrm>
          <a:prstGeom prst="rect">
            <a:avLst/>
          </a:prstGeom>
        </p:spPr>
      </p:pic>
      <p:pic>
        <p:nvPicPr>
          <p:cNvPr id="5" name="Image 1" descr="C:\Users\roten\Documents\reton\presentations\screenshots\04-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ALATPAY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rails. Not a mock bank.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2377440"/>
          </a:xfrm>
          <a:prstGeom prst="roundRect">
            <a:avLst>
              <a:gd name="adj" fmla="val 7692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What we use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89D"/>
                </a:solidFill>
              </a:rPr>
              <a:t>Collections &amp; payment links · Static virtual accounts · BVN OTP · Signed webhooks · Transaction verification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737360"/>
            <a:ext cx="5212080" cy="2377440"/>
          </a:xfrm>
          <a:prstGeom prst="roundRect">
            <a:avLst>
              <a:gd name="adj" fmla="val 7692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965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3EE"/>
                </a:solidFill>
              </a:rPr>
              <a:t>Where money enters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89D"/>
                </a:solidFill>
              </a:rPr>
              <a:t>Users fund Reton wallets on ALATPay. We credit our ledger only after verified settlement.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5720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 by Wema gives us a licensed Nigerian bank rail — so Callback Protection sits on infrastructure people can trust.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Reachable. Self-explanatory.</a:t>
            </a:r>
            <a:endParaRPr lang="en-US" sz="2400" dirty="0"/>
          </a:p>
        </p:txBody>
      </p:sp>
      <p:pic>
        <p:nvPicPr>
          <p:cNvPr id="4" name="Image 0" descr="C:\Users\roten\Documents\reton\presentations\screenshots\05-cont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5486400" cy="4846320"/>
          </a:xfrm>
          <a:prstGeom prst="rect">
            <a:avLst/>
          </a:prstGeom>
        </p:spPr>
      </p:pic>
      <p:pic>
        <p:nvPicPr>
          <p:cNvPr id="5" name="Image 1" descr="C:\Users\roten\Documents\reton\presentations\screenshots\06-fa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RETON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We’re not another wallet.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 — protection and recovery are the product.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timeline — every money event is explainable.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settlement — ALATPay / Wema.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mindset — signed webhooks, PINs, encrypted secrets, audited admin.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IN 90 SECONDS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don’t tell.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wallet — balance &amp; KYC tier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 protected transfer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sees Payment Protected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callback — timeline updates live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recovery case or admin fraud 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029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story: money moved — and I still had control.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E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 PTE LTD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0" cy="1645920"/>
          </a:xfrm>
          <a:prstGeom prst="roundRect">
            <a:avLst>
              <a:gd name="adj" fmla="val 11111"/>
            </a:avLst>
          </a:prstGeom>
          <a:solidFill>
            <a:srgbClr val="0F211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2402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F3EE"/>
                </a:solidFill>
              </a:rPr>
              <a:t>Gabriel Rotimi Mogaji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Founder &amp; CEO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1920240"/>
            <a:ext cx="5029200" cy="1645920"/>
          </a:xfrm>
          <a:prstGeom prst="roundRect">
            <a:avLst>
              <a:gd name="adj" fmla="val 11111"/>
            </a:avLst>
          </a:prstGeom>
          <a:solidFill>
            <a:srgbClr val="0F211C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22402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F3EE"/>
                </a:solidFill>
              </a:rPr>
              <a:t>Aina Christana Olajumoke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</a:rPr>
              <a:t>Co-Founder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Africa’s trust-first payment platform — one protected transfer at a time.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C98A"/>
                </a:solidFill>
              </a:rPr>
              <a:t>RETON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you can take back.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We’re ready to demo, walk the product, and answer anything.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retonpay.com  ·  support@retonpay.com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A8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 Greenland Estate, Ikorodu, Lagos  ·  © 2026 RETON PTE LTD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Reton — ALATPay Buildathon</dc:title>
  <dc:subject>Payments you can take back</dc:subject>
  <dc:creator>RETON PTE LTD</dc:creator>
  <cp:lastModifiedBy>RETON PTE LTD</cp:lastModifiedBy>
  <cp:revision>1</cp:revision>
  <dcterms:created xsi:type="dcterms:W3CDTF">2026-07-12T18:43:52Z</dcterms:created>
  <dcterms:modified xsi:type="dcterms:W3CDTF">2026-07-12T18:43:52Z</dcterms:modified>
</cp:coreProperties>
</file>